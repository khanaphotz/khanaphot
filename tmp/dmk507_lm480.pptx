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สไลด์ชี้แจงนักศึกษา DMK 507 และ LM 480 (รายวิชาเดียวกัน คนละหลักสูตร) เกี่ยวกับโจทย์ ไทม์ไลน์ และเกณฑ์คะแนน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Challenge-based Learning: University – Student – Community – Strategic Partner ตาม Project Proposal. ในโครงการมี 3 ภาควิชา; รายวิชาของเราอยู่ในด้าน Digital Marketing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แหล่งข้อมูล: เอกสารคัดสรร OPC 2569 และเอกสารรับรองของกลุ่ม (ทะเบียนวิสาหกิจชุมชน, ทะเบียน OTOP, ใบประกาศ) ที่ชุมชนส่งมา. ช่องทางจำหน่ายจากเอกสาร OPC หัวข้อ 4.1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ข้อมูลจากเอกสารคัดสรร OPC 2569 ของกลุ่มอาชีพรวงข้าว ทั้ง 3 รายการ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ตรวจสอบความถูกต้องของตัวเลขก่อนนำเสนอ: ThaiBev Sustainability Report 2025 (https://sustainability.thaibev.com/2025/en/community_social.php) และข่าวความร่วมมือ ThaiBev–ACTAP (กรุงเทพธุรกิจ 30 มิ.ย. 2569) / ThaiBev–จุฬาฯ (ฐานเศรษฐกิจ 2 ก.ค. 2569)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ที่มา: Project Brief Summary DMK 507 &amp; LM 480. คะแนนโครงการ 30 = E-Commerce &amp; Ads 10 + Pop-up Booth 15 + Pitching &amp; Delivery 5. ในไฟล์ต้นฉบับหัวข้อถูกเลขข้อ 2–4 (ไม่มีข้อ 1) — ตรวจสอบว่ามีหัวข้อ Brand Identity ที่ตัดออกหรือไม่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ที่มา: ภาพตัวอย่างแนวคิดใน Project Brief Summary DMK 507 &amp; LM 480 (หัวข้อ Expected Outcomes: Scale · Digital Storefront). ไม่ใช่งานสุดท้าย — นักศึกษาต้องออกแบบเองให้โดดเด่นและใช้งานได้จริง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ที่มา: ภาพตัวอย่างแนวคิดใน Project Brief Summary DMK 507 &amp; LM 480 (Expected Outcomes: Impact · Physical Booth). ไม่ใช่งานสุดท้าย — ThaiBev ผลิตจริงจากไฟล์ที่นักศึกษาส่ง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ที่มา: สไลด์สอน GDWFDP Module 1 (Participation 10 / Assignments 60 / Final Project 30) และ Project Brief (10+15+5). เกณฑ์เกรดตามสไลด์สอน. ⚠ รายการ Assignment 60 คะแนน (Module 1–5) ยังไม่มีรายละเอียดคะแนนรายชิ้น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ไม่มี Course Outline ของ DMK 507/LM 480 ในไฟล์ที่ได้รับ จึงยังไม่มีวันเรียนรายสัปดาห์/วันส่งงาน — ใส่ให้ครบก่อนไปทำใน Canva. วันโครงการนำจาก Project Proposal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Brief DMK 507/LM 480 (Source file Ai/PSD/Fonts และ PDF)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11480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pic>
        <p:nvPicPr>
          <p:cNvPr id="3" name="Image 0" descr="ThaiBev และ มหาวิทยาลัยกรุงเทพ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30352"/>
            <a:ext cx="3840480" cy="640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463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ชี้แจงโจทย์โครงการ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103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560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การพัฒนาศักยภาพธุรกิจชุมชน กลุ่มวิสาหกิจชุมชนรวงข้าว (กาละแมรวงข้าว)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3310128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08A2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33101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DMK 507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645920" y="3310128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08A2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645920" y="33101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LM 480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880360" y="33101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2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Graphics Design Workshop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8862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2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อ.คณาพจน์ วงษ์เฉลียง · หลักสูตรการตลาดดิจิทัล คณะบริหารธุรกิจ มหาวิทยาลัยกรุงเทพ  |  ภาคการศึกษาที่ 1/2569</a:t>
            </a:r>
            <a:endParaRPr lang="en-US" sz="1100" dirty="0"/>
          </a:p>
        </p:txBody>
      </p:sp>
      <p:pic>
        <p:nvPicPr>
          <p:cNvPr id="13" name="Image 1" descr="กาละแมรวงข้าวบรรจุเรียงในถาด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457200"/>
            <a:ext cx="3794760" cy="2286000"/>
          </a:xfrm>
          <a:prstGeom prst="rect">
            <a:avLst/>
          </a:prstGeom>
        </p:spPr>
      </p:pic>
      <p:pic>
        <p:nvPicPr>
          <p:cNvPr id="14" name="Image 2" descr="ประธานกลุ่มวิสาหกิจชุมชนรวงข้าว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880360"/>
            <a:ext cx="1828800" cy="1828800"/>
          </a:xfrm>
          <a:prstGeom prst="rect">
            <a:avLst/>
          </a:prstGeom>
        </p:spPr>
      </p:pic>
      <p:pic>
        <p:nvPicPr>
          <p:cNvPr id="15" name="Image 3" descr="กล่องกาละแมรวงข้าว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288036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โจทย์นี้มาจากไหน และเราเกี่ยวข้องอย่างไร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329184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8B3A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0" y="3291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ภาพรวมโครงการ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ไทยเบฟ × มหาวิทยาลัยกรุงเทพ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6928" y="1316736"/>
            <a:ext cx="91440" cy="841248"/>
          </a:xfrm>
          <a:prstGeom prst="roundRect">
            <a:avLst>
              <a:gd name="adj" fmla="val 40000"/>
            </a:avLst>
          </a:prstGeom>
          <a:solidFill>
            <a:srgbClr val="F08A2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2801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ชุมชนรวงข้าว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ให้บริบทและโจทย์จริง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606040" y="118872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15768" y="1316736"/>
            <a:ext cx="91440" cy="841248"/>
          </a:xfrm>
          <a:prstGeom prst="roundRect">
            <a:avLst>
              <a:gd name="adj" fmla="val 40000"/>
            </a:avLst>
          </a:prstGeom>
          <a:solidFill>
            <a:srgbClr val="1F8A5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26080" y="12801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ไทยเบฟ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มอบโจทย์ บ่มเพาะ และร่วมประเมิน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7200" y="242316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6928" y="2551176"/>
            <a:ext cx="91440" cy="841248"/>
          </a:xfrm>
          <a:prstGeom prst="roundRect">
            <a:avLst>
              <a:gd name="adj" fmla="val 40000"/>
            </a:avLst>
          </a:prstGeom>
          <a:solidFill>
            <a:srgbClr val="8B3A1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2514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อาจารย์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ให้คำปรึกษาและประเมินผลงาน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2606040" y="242316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15768" y="2551176"/>
            <a:ext cx="91440" cy="841248"/>
          </a:xfrm>
          <a:prstGeom prst="roundRect">
            <a:avLst>
              <a:gd name="adj" fmla="val 40000"/>
            </a:avLst>
          </a:prstGeom>
          <a:solidFill>
            <a:srgbClr val="D9A44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926080" y="2514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นักศึกษา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วิเคราะห์ พัฒนา และนำเสนอแนวทางที่ใช้ได้จริง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846320" y="1188720"/>
            <a:ext cx="3840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502920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โจทย์ 3 ด้านจาก 3 ภาควิชา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029200" y="1691640"/>
            <a:ext cx="3474720" cy="493776"/>
          </a:xfrm>
          <a:prstGeom prst="roundRect">
            <a:avLst>
              <a:gd name="adj" fmla="val 22222"/>
            </a:avLst>
          </a:prstGeom>
          <a:solidFill>
            <a:srgbClr val="FFF1D6"/>
          </a:solidFill>
          <a:ln w="9525">
            <a:solidFill>
              <a:srgbClr val="EBDDB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166360" y="169164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Logistics &amp; Supply Chain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6B52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 ทีมเข้ารอบ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029200" y="2276856"/>
            <a:ext cx="3474720" cy="493776"/>
          </a:xfrm>
          <a:prstGeom prst="roundRect">
            <a:avLst>
              <a:gd name="adj" fmla="val 22222"/>
            </a:avLst>
          </a:prstGeom>
          <a:solidFill>
            <a:srgbClr val="E4F2E9"/>
          </a:solidFill>
          <a:ln w="9525">
            <a:solidFill>
              <a:srgbClr val="BFDCC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166360" y="227685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Digital Marketing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6B52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 ทีมเข้ารอบ · รายวิชาของเรา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029200" y="2862072"/>
            <a:ext cx="3474720" cy="493776"/>
          </a:xfrm>
          <a:prstGeom prst="roundRect">
            <a:avLst>
              <a:gd name="adj" fmla="val 22222"/>
            </a:avLst>
          </a:prstGeom>
          <a:solidFill>
            <a:srgbClr val="FFF1D6"/>
          </a:solidFill>
          <a:ln w="9525">
            <a:solidFill>
              <a:srgbClr val="EBDDB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166360" y="2862072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Management / Business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6B52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 ทีมเข้ารอบ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6471"/>
            </a:avLst>
          </a:prstGeom>
          <a:solidFill>
            <a:srgbClr val="E4F2E9"/>
          </a:solidFill>
          <a:ln w="9525">
            <a:solidFill>
              <a:srgbClr val="BFDCC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0080" y="37490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เป้าหมายร่วม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นักศึกษาทำผลงานจากโจทย์จริงของชุมชน ผลงานที่ชุมชนนำไปใช้ได้จริง · ทีมที่ผ่านการคัดเลือก 10 ทีม (DMK 4 · MG 3 · LM 3) จัดแสดงเป็น Showcase ที่ Biz Week 2026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รู้จักชุมชนรวงข้าว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329184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8B3A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0" y="3291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ชุมชนและพันธมิตร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ไทยเบฟ × มหาวิทยาลัยกรุงเทพ</a:t>
            </a:r>
            <a:endParaRPr lang="en-US" sz="900" dirty="0"/>
          </a:p>
        </p:txBody>
      </p:sp>
      <p:pic>
        <p:nvPicPr>
          <p:cNvPr id="8" name="Image 0" descr="คุณสมหมาย นิลศรีนวล ประธานกลุ่มวิสาหกิจชุมชนรวงข้าว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291840" cy="20116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3337560"/>
            <a:ext cx="32918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640080" y="3337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คุณสมหมาย นิลศรีนวล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ประธานกลุ่มวิสาหกิจชุมชนรวงข้าว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52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หมู่ 7 ต.คูบางหลวง อ.ลาดหลุมแก้ว จ.ปทุมธานี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931920" y="1188720"/>
            <a:ext cx="475488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114800" y="1261872"/>
            <a:ext cx="4434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เส้นทางของกลุ่ม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รวมกลุ่มปี 2558 · สมาชิก 10 คน จาก 8 ครัวเรือน (ผู้สูงอายุ 3 คน)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ขึ้นทะเบียนผู้ประกอบการ OTOP ปี 2560 · จดทะเบียนวิสาหกิจชุมชนปี 2564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การยอมรับ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รางวัลชมเชย วิสาหกิจชุมชนดีเด่นระดับจังหวัด ปี 2568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เข้าคัดสรรสุดยอดหนึ่งตำบล หนึ่งผลิตภัณฑ์ไทย (OPC) ปี 2569 จำนวน 3 รายการ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ได้ใบอนุญาตจาก อย. และผ่านอบรมสุขาภิบาลอาหาร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ช่องทางจำหน่ายปัจจุบัน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ตลาดประจำวัด · ออกบูธ · เดอะมอลล์ (ทุก 15 วัน)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ออนไลน์: Facebook · TikTok · NexGen · Shopee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ผลิตภัณฑ์ที่ต้องพัฒนา: 3 รายการ OPC 2569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329184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8B3A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0" y="3291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ชุมชนและพันธมิตร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ไทยเบฟ × มหาวิทยาลัยกรุงเทพ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2651760" cy="26974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pic>
        <p:nvPicPr>
          <p:cNvPr id="9" name="Image 0" descr="กระยาสารทโบราณ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2468880" cy="10515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2450592"/>
            <a:ext cx="91440" cy="566928"/>
          </a:xfrm>
          <a:prstGeom prst="roundRect">
            <a:avLst>
              <a:gd name="adj" fmla="val 40000"/>
            </a:avLst>
          </a:prstGeom>
          <a:solidFill>
            <a:srgbClr val="F08A24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31520" y="243230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กระยาสารทโบราณ</a:t>
            </a:r>
            <a:endParaRPr lang="en-US" sz="1400" dirty="0"/>
          </a:p>
          <a:p>
            <a:pPr indent="0" marL="0">
              <a:buNone/>
            </a:pPr>
            <a:r>
              <a:rPr lang="en-US" sz="115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สูตรน้ำตาลอ้อย ตรารวงข้าว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3154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ข้าวพอง ถั่วลิสง งา น้ำอ้อยแท้ ขนมมงคลช่วงเทศกาลสารท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46120" y="1188720"/>
            <a:ext cx="2651760" cy="26974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pic>
        <p:nvPicPr>
          <p:cNvPr id="14" name="Image 1" descr="กาละแมมอญโบราณ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280160"/>
            <a:ext cx="2468880" cy="105156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337560" y="2450592"/>
            <a:ext cx="91440" cy="566928"/>
          </a:xfrm>
          <a:prstGeom prst="roundRect">
            <a:avLst>
              <a:gd name="adj" fmla="val 40000"/>
            </a:avLst>
          </a:prstGeom>
          <a:solidFill>
            <a:srgbClr val="1F8A5C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3520440" y="243230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กาละแมมอญโบราณ</a:t>
            </a:r>
            <a:endParaRPr lang="en-US" sz="1400" dirty="0"/>
          </a:p>
          <a:p>
            <a:pPr indent="0" marL="0">
              <a:buNone/>
            </a:pPr>
            <a:r>
              <a:rPr lang="en-US" sz="115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ตรารวงข้าว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3429000" y="3154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กวนด้วยแรงคนกว่า 8 ชั่วโมง ปรับสูตรลดความหวาน หลายรสชาติ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035040" y="1188720"/>
            <a:ext cx="2651760" cy="26974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pic>
        <p:nvPicPr>
          <p:cNvPr id="19" name="Image 2" descr="กาละแมรวงข้าว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280160"/>
            <a:ext cx="2468880" cy="105156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126480" y="2450592"/>
            <a:ext cx="91440" cy="566928"/>
          </a:xfrm>
          <a:prstGeom prst="roundRect">
            <a:avLst>
              <a:gd name="adj" fmla="val 40000"/>
            </a:avLst>
          </a:prstGeom>
          <a:solidFill>
            <a:srgbClr val="8B3A1F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6309360" y="243230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กาละแมรวงข้าว</a:t>
            </a:r>
            <a:endParaRPr lang="en-US" sz="1400" dirty="0"/>
          </a:p>
          <a:p>
            <a:pPr indent="0" marL="0">
              <a:buNone/>
            </a:pPr>
            <a:r>
              <a:rPr lang="en-US" sz="115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สอดไส้ดาร์กช็อกโกแลต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217920" y="3154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สูตรใหม่จากโครงการ OTOP Premium ปี 2568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25455"/>
            </a:avLst>
          </a:prstGeom>
          <a:solidFill>
            <a:srgbClr val="E4F2E9"/>
          </a:solidFill>
          <a:ln w="9525">
            <a:solidFill>
              <a:srgbClr val="BFDCC9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โจทย์ของเรา: ยกระดับสิ่งที่ชุมชนมีอยู่เดิม ผ่านสื่อดิจิทัล ร้านค้าออนไลน์ และบูธ — ไม่ใช่เปลี่ยนตัวตนสินค้า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ไทยเบฟ: ทำไมจึงมาร่วมกับชุมชน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329184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8B3A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0" y="3291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ชุมชนและพันธมิตร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ไทยเบฟ × มหาวิทยาลัยกรุงเทพ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058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“Creating Income for Communities, Bringing Happiness to People”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46304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1600200"/>
            <a:ext cx="1188720" cy="640080"/>
          </a:xfrm>
          <a:prstGeom prst="roundRect">
            <a:avLst>
              <a:gd name="adj" fmla="val 20000"/>
            </a:avLst>
          </a:prstGeom>
          <a:solidFill>
            <a:srgbClr val="F08A2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1600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105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ชุมชน ใน 33 จังหวัด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2834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โครงการชุมชนดีมีรอยยิ้ม ดำเนินงาน 6 ปี ผู้ได้รับประโยชน์ 6,538 คน รายได้สะสม 93.8 ล้านบาท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46120" y="146304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83280" y="1600200"/>
            <a:ext cx="1188720" cy="640080"/>
          </a:xfrm>
          <a:prstGeom prst="roundRect">
            <a:avLst>
              <a:gd name="adj" fmla="val 20000"/>
            </a:avLst>
          </a:prstGeom>
          <a:solidFill>
            <a:srgbClr val="1F8A5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383280" y="1600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928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338328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วิสาหกิจเพื่อสังคมระดับอำเภอ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383280" y="2834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ความร่วมมือระดับฐานรากกับ ACTAP และจุฬาฯ เน้นการผลิต การค้า และบริการ (ข่าวปี 2569)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035040" y="146304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72200" y="1600200"/>
            <a:ext cx="1188720" cy="640080"/>
          </a:xfrm>
          <a:prstGeom prst="roundRect">
            <a:avLst>
              <a:gd name="adj" fmla="val 20000"/>
            </a:avLst>
          </a:prstGeom>
          <a:solidFill>
            <a:srgbClr val="8B3A1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172200" y="1600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19"/>
          <p:cNvSpPr txBox="1"/>
          <p:nvPr/>
        </p:nvSpPr>
        <p:spPr>
          <a:xfrm>
            <a:off x="617220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มิติโจทย์ในโครงการนี้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172200" y="2834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Digital Marketing · Management/Business · Logistics &amp; Supply Chain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แหล่งข้อมูล: ThaiBev Sustainability Report 2025 (sustainability.thaibev.com/2025) · ข่าว กรุงเทพธุรกิจ 30 มิ.ย. 2569 และ ฐานเศรษฐกิจ 2 ก.ค. 2569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DMK 507 / LM 480: โจทย์โครงการ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329184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F08A2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0" y="3291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DMK 507 · LM 480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ไทยเบฟ × มหาวิทยาลัยกรุงเทพ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56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เป้าหมาย: ยกระดับอัตลักษณ์ · พัฒนาช่องทางขาย · ออกแบบพื้นที่จัดแสดง — ให้พร้อมใช้จริง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46304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159105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08A2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159105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 คะแนน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19659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E-Commerce &amp; Ads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2359152"/>
            <a:ext cx="2395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ออกแบบ Shopee Store (Header, Cover, ภาพสินค้า 1:1)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ออกแบบ Social Ads (LINE, Facebook, TikTok)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ปรับภาพด้วย PS Retouch ร่วมกับ Gen AI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246120" y="146304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83280" y="159105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08A2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383280" y="159105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15 คะแนน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383280" y="19659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Pop-up Booth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3383280" y="2359152"/>
            <a:ext cx="2395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ออกแบบกราฟิกบูธแบบพับเก็บได้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จัด Layout ด้วย Grid System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ไฟล์พร้อมส่งให้ ThaiBev ผลิตจริง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035040" y="146304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72200" y="159105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08A2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172200" y="159105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 คะแนน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72200" y="19659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Pitching &amp; Delivery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172200" y="2359152"/>
            <a:ext cx="2395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อธิบาย Concept (10 นาที ร่วมกับ DMK 323)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ส่ง Source File (Ai, PSD, Fonts)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ส่งรูปเล่มสรุปงาน PDF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23333"/>
            </a:avLst>
          </a:prstGeom>
          <a:solidFill>
            <a:srgbClr val="FFF1D6"/>
          </a:solidFill>
          <a:ln w="9525">
            <a:solidFill>
              <a:srgbClr val="EBDD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6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รวม 30 คะแนน (Final Project) · ตัวอย่างหน้าตาผลงานดูในสไลด์ถัดไป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73152"/>
            <a:ext cx="4754880" cy="274320"/>
          </a:xfrm>
          <a:prstGeom prst="roundRect">
            <a:avLst>
              <a:gd name="adj" fmla="val 50000"/>
            </a:avLst>
          </a:prstGeom>
          <a:solidFill>
            <a:srgbClr val="F08A2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472" y="731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ตัวอย่างผลงาน: Shopee Store &amp; ภาพสินค้า 1:1 / 3:4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257800" y="73152"/>
            <a:ext cx="3538728" cy="274320"/>
          </a:xfrm>
          <a:prstGeom prst="roundRect">
            <a:avLst>
              <a:gd name="adj" fmla="val 50000"/>
            </a:avLst>
          </a:prstGeom>
          <a:solidFill>
            <a:srgbClr val="6B523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257800" y="7315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ภาพตัวอย่างแนวคิด จาก Project Brief · ไม่ใช่งานสุดท้าย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384048"/>
            <a:ext cx="8373514" cy="4736592"/>
          </a:xfrm>
          <a:prstGeom prst="roundRect">
            <a:avLst>
              <a:gd name="adj" fmla="val 1158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pic>
        <p:nvPicPr>
          <p:cNvPr id="7" name="Image 0" descr="ตัวอย่างผลงาน: Shopee Store &amp; ภาพสินค้า 1:1 / 3: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11480"/>
            <a:ext cx="8318650" cy="46817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73152"/>
            <a:ext cx="4754880" cy="274320"/>
          </a:xfrm>
          <a:prstGeom prst="roundRect">
            <a:avLst>
              <a:gd name="adj" fmla="val 50000"/>
            </a:avLst>
          </a:prstGeom>
          <a:solidFill>
            <a:srgbClr val="F08A2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472" y="731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ตัวอย่างผลงาน: Pop-up Booth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257800" y="73152"/>
            <a:ext cx="3538728" cy="274320"/>
          </a:xfrm>
          <a:prstGeom prst="roundRect">
            <a:avLst>
              <a:gd name="adj" fmla="val 50000"/>
            </a:avLst>
          </a:prstGeom>
          <a:solidFill>
            <a:srgbClr val="6B523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257800" y="7315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ภาพตัวอย่างแนวคิด จาก Project Brief · ไม่ใช่งานสุดท้าย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5448" y="384048"/>
            <a:ext cx="7077456" cy="4736592"/>
          </a:xfrm>
          <a:prstGeom prst="roundRect">
            <a:avLst>
              <a:gd name="adj" fmla="val 1158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pic>
        <p:nvPicPr>
          <p:cNvPr id="7" name="Image 0" descr="ตัวอย่างผลงาน: Pop-up Boot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11480"/>
            <a:ext cx="7022592" cy="4681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88352" y="411480"/>
            <a:ext cx="1572768" cy="468172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498080" y="530352"/>
            <a:ext cx="1353312" cy="440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856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สิ่งที่ต้องออกแบบ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กราฟิกบูธ พับเก็บได้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จัด Layout ด้วย Grid System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ไฟล์พร้อมส่ง ThaiBev ผลิตจริง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ส่ง Source File: Ai, PSD, Fonts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DMK 507 / LM 480: สัดส่วนคะแนน (100)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329184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F08A2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0" y="3291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DMK 507 · LM 480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ไทยเบฟ × มหาวิทยาลัยกรุงเทพ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786384" cy="64008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1188720"/>
            <a:ext cx="78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Participation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271016" y="1188720"/>
            <a:ext cx="4855464" cy="640080"/>
          </a:xfrm>
          <a:prstGeom prst="rect">
            <a:avLst/>
          </a:prstGeom>
          <a:solidFill>
            <a:srgbClr val="2F6F9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271016" y="1188720"/>
            <a:ext cx="4855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60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Assignments (เดี่ยว)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153912" y="1188720"/>
            <a:ext cx="2414016" cy="640080"/>
          </a:xfrm>
          <a:prstGeom prst="rect">
            <a:avLst/>
          </a:prstGeom>
          <a:solidFill>
            <a:srgbClr val="F08A2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153912" y="1188720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30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Final Project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1965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Final Project 30 คะแนน แยกเป็น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240280"/>
            <a:ext cx="2685593" cy="502920"/>
          </a:xfrm>
          <a:prstGeom prst="rect">
            <a:avLst/>
          </a:prstGeom>
          <a:solidFill>
            <a:srgbClr val="1F8A5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57200" y="2240280"/>
            <a:ext cx="268559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  E-Commerce &amp; Ads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170225" y="2240280"/>
            <a:ext cx="4042105" cy="502920"/>
          </a:xfrm>
          <a:prstGeom prst="rect">
            <a:avLst/>
          </a:prstGeom>
          <a:solidFill>
            <a:srgbClr val="8B3A1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170225" y="2240280"/>
            <a:ext cx="40421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15  Pop-up Booth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239762" y="2240280"/>
            <a:ext cx="1329080" cy="5029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239762" y="2240280"/>
            <a:ext cx="132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  Pitching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57200" y="288036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640080" y="2944368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เกรดแบบอิงเกณฑ์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 80–100 · B+ 75–79 · B 70–74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C+ 65–69 · C 60–64 · D+ 55–59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 50–54 · F 0–49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663440" y="288036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4846320" y="2944368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Assignments 60 คะแนน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เนื้อหา Module 1–5: องค์ประกอบศิลป์ · ทฤษฎีสี · Typography &amp; Pathfinder · Image Design/Art Direction · Align &amp; Gen AI (Photoshop)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B856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[ใส่: งานแต่ละชิ้น คะแนน และวันส่ง]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DMK 507 / LM 480: ไทม์ไลน์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329184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F08A2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0" y="3291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DMK 507 · LM 480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ไทยเบฟ × มหาวิทยาลัยกรุงเทพ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0080" y="1847088"/>
            <a:ext cx="7863840" cy="3657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11887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08A2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2920" y="1188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9 ต.ค.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60120" y="1719072"/>
            <a:ext cx="274320" cy="274320"/>
          </a:xfrm>
          <a:prstGeom prst="ellipse">
            <a:avLst/>
          </a:prstGeom>
          <a:solidFill>
            <a:srgbClr val="F08A2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" y="2148840"/>
            <a:ext cx="1243584" cy="13258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48640" y="2194560"/>
            <a:ext cx="1097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แจกโจทย์ Zoom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11.00–12.00 น.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874520" y="11887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74520" y="1188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22 ต.ค.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331720" y="1719072"/>
            <a:ext cx="274320" cy="274320"/>
          </a:xfrm>
          <a:prstGeom prst="ellipse">
            <a:avLst/>
          </a:prstGeom>
          <a:solidFill>
            <a:srgbClr val="1F8A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847088" y="2148840"/>
            <a:ext cx="1243584" cy="13258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1920240" y="2194560"/>
            <a:ext cx="1097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ลงพื้นที่ชุมชน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08.40–11.00 น.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246120" y="11887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246120" y="1188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[ใส่]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703320" y="1719072"/>
            <a:ext cx="274320" cy="274320"/>
          </a:xfrm>
          <a:prstGeom prst="ellipse">
            <a:avLst/>
          </a:prstGeom>
          <a:solidFill>
            <a:srgbClr val="2F6F9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18688" y="2148840"/>
            <a:ext cx="1243584" cy="13258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3291840" y="2194560"/>
            <a:ext cx="1097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B856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ส่ง Assignment / Draft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ตาม Module 1–5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617720" y="11887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8B3A1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617720" y="1188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[ใส่]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074920" y="1719072"/>
            <a:ext cx="274320" cy="274320"/>
          </a:xfrm>
          <a:prstGeom prst="ellipse">
            <a:avLst/>
          </a:prstGeom>
          <a:solidFill>
            <a:srgbClr val="8B3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90288" y="2148840"/>
            <a:ext cx="1243584" cy="13258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4663440" y="2194560"/>
            <a:ext cx="1097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B856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Pitch ร่วม DMK 323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Concept 10 นาที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989320" y="11887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989320" y="1188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17 พ.ย.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446520" y="1719072"/>
            <a:ext cx="274320" cy="274320"/>
          </a:xfrm>
          <a:prstGeom prst="ellipse">
            <a:avLst/>
          </a:prstGeom>
          <a:solidFill>
            <a:srgbClr val="D9A4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961888" y="2148840"/>
            <a:ext cx="1243584" cy="13258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6035040" y="2194560"/>
            <a:ext cx="1097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Final Pitching &amp; Decision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11.00–14.00 น.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7360920" y="11887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08A24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7360920" y="1188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19 พ.ย.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7818120" y="1719072"/>
            <a:ext cx="274320" cy="274320"/>
          </a:xfrm>
          <a:prstGeom prst="ellipse">
            <a:avLst/>
          </a:prstGeom>
          <a:solidFill>
            <a:srgbClr val="F08A2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333488" y="2148840"/>
            <a:ext cx="1243584" cy="13258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7406640" y="2194560"/>
            <a:ext cx="1097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Biz Week 2026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Diamond Hall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40080" y="36576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6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หัวข้อเรียน: </a:t>
            </a:r>
            <a:pPr indent="0" marL="0">
              <a:buNone/>
            </a:pPr>
            <a:r>
              <a:rPr lang="en-US" sz="10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M1 Graphic Design Fundamentals → M2 Color Theory (CMYK vs RGB) → M3 Typography &amp; Pathfinder → M4 Image Design / Art Direction (Shopee seller, Freepik) → M5 Align, Hierarchy &amp; Generative AI (Photoshop)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ส่งมอบอะไร ให้ใคร อย่างไร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329184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F08A2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0" y="3291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DMK 507 · LM 480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ไทยเบฟ × มหาวิทยาลัยกรุงเทพ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143000"/>
            <a:ext cx="82296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6928" y="1234440"/>
            <a:ext cx="91440" cy="402336"/>
          </a:xfrm>
          <a:prstGeom prst="roundRect">
            <a:avLst>
              <a:gd name="adj" fmla="val 40000"/>
            </a:avLst>
          </a:prstGeom>
          <a:solidFill>
            <a:srgbClr val="F08A2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1143000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Shopee Store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114300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Header · Cover · ภาพสินค้า 1:1 และ 3:4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1819656"/>
            <a:ext cx="82296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" y="1911096"/>
            <a:ext cx="91440" cy="402336"/>
          </a:xfrm>
          <a:prstGeom prst="roundRect">
            <a:avLst>
              <a:gd name="adj" fmla="val 40000"/>
            </a:avLst>
          </a:prstGeom>
          <a:solidFill>
            <a:srgbClr val="F08A2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1819656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Social Ads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1819656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LINE · Facebook · TikTok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" y="2496312"/>
            <a:ext cx="82296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66928" y="2587752"/>
            <a:ext cx="91440" cy="402336"/>
          </a:xfrm>
          <a:prstGeom prst="roundRect">
            <a:avLst>
              <a:gd name="adj" fmla="val 40000"/>
            </a:avLst>
          </a:prstGeom>
          <a:solidFill>
            <a:srgbClr val="F08A2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2496312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กราฟิกบูธ Pop-up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474720" y="249631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พับเก็บได้ · จัด Layout ด้วย Grid · ส่งผลิตจริงกับ ThaiBev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3172968"/>
            <a:ext cx="82296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66928" y="3264408"/>
            <a:ext cx="91440" cy="402336"/>
          </a:xfrm>
          <a:prstGeom prst="roundRect">
            <a:avLst>
              <a:gd name="adj" fmla="val 40000"/>
            </a:avLst>
          </a:prstGeom>
          <a:solidFill>
            <a:srgbClr val="F08A24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22960" y="3172968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Source File + PDF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474720" y="3172968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Ai · PSD · Fonts และรูปเล่มสรุปงาน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57200" y="3849624"/>
            <a:ext cx="82296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66928" y="3941064"/>
            <a:ext cx="91440" cy="402336"/>
          </a:xfrm>
          <a:prstGeom prst="roundRect">
            <a:avLst>
              <a:gd name="adj" fmla="val 40000"/>
            </a:avLst>
          </a:prstGeom>
          <a:solidFill>
            <a:srgbClr val="F08A24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22960" y="3849624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Pitch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474720" y="384962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อธิบาย Concept 10 นาที (ร่วมกับ DMK 323)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ช่วงถาม-ตอบ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ติดต่อ: อ.คณาพจน์ วงษ์เฉลียง · MS Teams: khanaphot.w@bu.ac.th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1089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856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ข้อมูลที่ต้องยืนยันก่อนใช้จริง: ดูหมายเหตุในสไลด์ ⚠ และช่อง [ใส่]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977640"/>
            <a:ext cx="38404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</p:spPr>
      </p:sp>
      <p:pic>
        <p:nvPicPr>
          <p:cNvPr id="7" name="Image 0" descr="ThaiBev และ มหาวิทยาลัยกรุงเทพ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023360"/>
            <a:ext cx="3611880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72784" y="603504"/>
            <a:ext cx="2450592" cy="3822192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pic>
        <p:nvPicPr>
          <p:cNvPr id="9" name="Image 1" descr="สมาชิกชุมชนในทุ่งนา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640080"/>
            <a:ext cx="2377440" cy="3749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ชี้แจงโจทย์ DMK 507 / LM 480</dc:title>
  <dc:subject>PptxGenJS Presentation</dc:subject>
  <dc:creator>PptxGenJS</dc:creator>
  <cp:lastModifiedBy>PptxGenJS</cp:lastModifiedBy>
  <cp:revision>1</cp:revision>
  <dcterms:created xsi:type="dcterms:W3CDTF">2026-10-06T14:10:48Z</dcterms:created>
  <dcterms:modified xsi:type="dcterms:W3CDTF">2026-10-06T14:10:48Z</dcterms:modified>
</cp:coreProperties>
</file>