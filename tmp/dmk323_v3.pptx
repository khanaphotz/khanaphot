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สไลด์ชี้แจงนักศึกษา DMK 323 เกี่ยวกับโจทย์ ไทม์ไลน์ และเกณฑ์คะแนน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Challenge-based Learning: University – Student – Community – Strategic Partner ตาม Project Proposal. ในโครงการมี 3 ภาควิชา; รายวิชาของเราอยู่ในด้าน Digital Marketing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แหล่งข้อมูล: เอกสารคัดสรร OPC 2569 และเอกสารรับรองของกลุ่ม (ทะเบียนวิสาหกิจชุมชน, ทะเบียน OTOP, ใบประกาศ) ที่ชุมชนส่งมา. ช่องทางจำหน่ายจากเอกสาร OPC หัวข้อ 4.1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ข้อมูลจากเอกสารคัดสรร OPC 2569 ของกลุ่มอาชีพรวงข้าว ทั้ง 3 รายการ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ที่มา: Project Brief Summary DMK 323 (4 ชิ้นงาน ชิ้นละ 10 คะแนน รวม 40) และสไลด์ Final Project (กลุ่ม 8 คน; Semrush, GA4, Google Sites, Looker Studio, Certificate).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ที่มา: ภาพตัวอย่างแนวคิดใน Project Brief Summary DMK 323 (Website Sitemap). ไม่ใช่งานสุดท้าย — นักศึกษาสร้างเว็บบน Google Sites 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ที่มา: Course Outline DMK 323 Sec. 309A/309E (ช่วงที่ 1: 15, ช่วงที่ 2: 15, ช่วงที่ 3: 70 = สอบ 30 + Group Final Project 40). Workshop 1 = 3 คะแนน (งานเดี่ยว); GA4 Certification = 5 คะแนน ส่ง 14 พ.ย. 2569 23.59 น. คะแนน Final Project 15/5/10/10 ตามที่อาจารย์ปรับ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วันที่ในโครงการยึดตามไทม์ไลน์ของ DMK 507 / LM 480 (Project Proposal): แจกโจทย์ 9 ต.ค. 2569, ลงพื้นที่ 22 ต.ค. 2569, Final Pitching &amp; Decision 17 พ.ย. 2569, Biz Week 19 พ.ย. 2569 ส่ง Final Project และ GA4 Certification ภายใน 14 พ.ย. 2569 23.59 น. (ตามที่อาจารย์กำหนด). ไม่รวมตารางสอนรายสัปดาห์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ข้อกำหนดการส่งจาก Workshop 1 (Google Sites ต้องตั้งเป็น Public, ใส่รหัส นศ./อีเมลให้ถูกต้อง) และ Project Brief DMK 323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11480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3" name="Image 0" descr="ThaiBev และ มหาวิทยาลัยกรุงเทพ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30352"/>
            <a:ext cx="38404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463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ชี้แจงโจทย์โครงการ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60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การพัฒนาศักยภาพธุรกิจชุมชน กลุ่มวิสาหกิจชุมชนรวงข้าว (กาละแมรวงข้าว)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331012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33101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323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3310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Digital Marketing Tools &amp; Techniques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886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อ.คณาพจน์ วงษ์เฉลียง · หลักสูตรการตลาดดิจิทัล คณะบริหารธุรกิจ มหาวิทยาลัยกรุงเทพ  |  ภาคการศึกษาที่ 1/2569</a:t>
            </a:r>
            <a:endParaRPr lang="en-US" sz="1100" dirty="0"/>
          </a:p>
        </p:txBody>
      </p:sp>
      <p:pic>
        <p:nvPicPr>
          <p:cNvPr id="11" name="Image 1" descr="กาละแมรวงข้าวบรรจุเรียงในถาด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457200"/>
            <a:ext cx="3794760" cy="2286000"/>
          </a:xfrm>
          <a:prstGeom prst="rect">
            <a:avLst/>
          </a:prstGeom>
        </p:spPr>
      </p:pic>
      <p:pic>
        <p:nvPicPr>
          <p:cNvPr id="12" name="Image 2" descr="ประธานกลุ่มวิสาหกิจชุมชนรวงข้าว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880360"/>
            <a:ext cx="1828800" cy="1828800"/>
          </a:xfrm>
          <a:prstGeom prst="rect">
            <a:avLst/>
          </a:prstGeom>
        </p:spPr>
      </p:pic>
      <p:pic>
        <p:nvPicPr>
          <p:cNvPr id="13" name="Image 3" descr="กล่องกาละแมรวงข้าว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8803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โจทย์นี้มาจากไหน และเราเกี่ยวข้องอย่างไร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ภาพรวมโครงการ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Thai Beverage Plc × มหาวิทยาลัยกรุงเทพ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" y="1316736"/>
            <a:ext cx="91440" cy="841248"/>
          </a:xfrm>
          <a:prstGeom prst="roundRect">
            <a:avLst>
              <a:gd name="adj" fmla="val 40000"/>
            </a:avLst>
          </a:prstGeom>
          <a:solidFill>
            <a:srgbClr val="F08A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12801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ชุมชนรวงข้าว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ให้บริบทและโจทย์จริง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606040" y="118872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15768" y="1316736"/>
            <a:ext cx="91440" cy="841248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26080" y="12801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Thai Beverage Plc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มอบโจทย์ บ่มเพาะ และร่วมประเมิน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242316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" y="2551176"/>
            <a:ext cx="91440" cy="841248"/>
          </a:xfrm>
          <a:prstGeom prst="roundRect">
            <a:avLst>
              <a:gd name="adj" fmla="val 40000"/>
            </a:avLst>
          </a:prstGeom>
          <a:solidFill>
            <a:srgbClr val="8B3A1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อาจารย์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ให้คำปรึกษาและประเมินผลงาน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606040" y="242316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15768" y="2551176"/>
            <a:ext cx="91440" cy="841248"/>
          </a:xfrm>
          <a:prstGeom prst="roundRect">
            <a:avLst>
              <a:gd name="adj" fmla="val 40000"/>
            </a:avLst>
          </a:prstGeom>
          <a:solidFill>
            <a:srgbClr val="D9A44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926080" y="2514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นักศึกษา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วิเคราะห์ พัฒนา และนำเสนอแนวทางที่ใช้ได้จริง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846320" y="1188720"/>
            <a:ext cx="3840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โจทย์ 3 ด้านจาก 3 ภาควิชา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29200" y="1691640"/>
            <a:ext cx="3474720" cy="493776"/>
          </a:xfrm>
          <a:prstGeom prst="roundRect">
            <a:avLst>
              <a:gd name="adj" fmla="val 22222"/>
            </a:avLst>
          </a:prstGeom>
          <a:solidFill>
            <a:srgbClr val="FFF1D6"/>
          </a:solidFill>
          <a:ln w="9525">
            <a:solidFill>
              <a:srgbClr val="EBDDB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66360" y="169164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Logistics &amp; Supply Chain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ทีมเข้ารอบ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029200" y="2276856"/>
            <a:ext cx="3474720" cy="493776"/>
          </a:xfrm>
          <a:prstGeom prst="roundRect">
            <a:avLst>
              <a:gd name="adj" fmla="val 22222"/>
            </a:avLst>
          </a:prstGeom>
          <a:solidFill>
            <a:srgbClr val="E4F2E9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166360" y="227685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Digital Marketing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 ทีมเข้ารอบ · รายวิชาของเรา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029200" y="2862072"/>
            <a:ext cx="3474720" cy="493776"/>
          </a:xfrm>
          <a:prstGeom prst="roundRect">
            <a:avLst>
              <a:gd name="adj" fmla="val 22222"/>
            </a:avLst>
          </a:prstGeom>
          <a:solidFill>
            <a:srgbClr val="FFF1D6"/>
          </a:solidFill>
          <a:ln w="9525">
            <a:solidFill>
              <a:srgbClr val="EBDDB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166360" y="286207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Management / Business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ทีมเข้ารอบ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6471"/>
            </a:avLst>
          </a:prstGeom>
          <a:solidFill>
            <a:srgbClr val="E4F2E9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3749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เป้าหมายร่วม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นักศึกษาทำผลงานจากโจทย์จริงของชุมชน ผลงานที่ชุมชนนำไปใช้ได้จริง · ทีมที่ผ่านการคัดเลือก 10 ทีม (DMK 4 · MG 3 · LM 3) จัดแสดงเป็น Showcase ที่ Biz Week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รู้จักชุมชนรวงข้าว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ชุมชนและพันธมิตร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Thai Beverage Plc × มหาวิทยาลัยกรุงเทพ</a:t>
            </a:r>
            <a:endParaRPr lang="en-US" sz="900" dirty="0"/>
          </a:p>
        </p:txBody>
      </p:sp>
      <p:pic>
        <p:nvPicPr>
          <p:cNvPr id="8" name="Image 0" descr="คุณสมหมาย นิลศรีนวล ประธานกลุ่มวิสาหกิจชุมชนรวงข้าว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291840" cy="20116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333756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40080" y="3337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คุณสมหมาย นิลศรีนวล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ประธานกลุ่มวิสาหกิจชุมชนรวงข้าว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523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หมู่ 7 ต.คูบางหลวง อ.ลาดหลุมแก้ว จ.ปทุมธานี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931920" y="1188720"/>
            <a:ext cx="475488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114800" y="1261872"/>
            <a:ext cx="4434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เส้นทางของกลุ่ม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รวมกลุ่มปี 2558 · สมาชิก 10 คน จาก 8 ครัวเรือน (ผู้สูงอายุ 3 คน)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ขึ้นทะเบียนผู้ประกอบการ OTOP ปี 2560 · จดทะเบียนวิสาหกิจชุมชนปี 2564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การยอมรับ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รางวัลชมเชย วิสาหกิจชุมชนดีเด่นระดับจังหวัด ปี 2568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เข้าคัดสรรสุดยอดหนึ่งตำบล หนึ่งผลิตภัณฑ์ไทย (OPC) ปี 2569 จำนวน 3 รายการ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ได้ใบอนุญาตจาก อย. และผ่านอบรมสุขาภิบาลอาหาร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ช่องทางจำหน่ายปัจจุบัน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ตลาดประจำวัด · ออกบูธ · เดอะมอลล์ (ทุก 15 วัน)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ออนไลน์: Facebook · TikTok · NexGen · Shopee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ผลิตภัณฑ์ที่ต้องพัฒนา: 3 รายการ OPC 2569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8B3A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ชุมชนและพันธมิตร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Thai Beverage Plc × มหาวิทยาลัยกรุงเทพ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651760" cy="2697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9" name="Image 0" descr="กระยาสารทโบราณ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2468880" cy="1051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2450592"/>
            <a:ext cx="91440" cy="566928"/>
          </a:xfrm>
          <a:prstGeom prst="roundRect">
            <a:avLst>
              <a:gd name="adj" fmla="val 40000"/>
            </a:avLst>
          </a:prstGeom>
          <a:solidFill>
            <a:srgbClr val="F08A24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31520" y="243230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กระยาสารทโบราณ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สูตรน้ำตาลอ้อย ตรารวงข้าว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ข้าวพอง ถั่วลิสง งา น้ำอ้อยแท้ ขนมมงคลช่วงเทศกาลสารท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46120" y="1188720"/>
            <a:ext cx="2651760" cy="2697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14" name="Image 1" descr="กาละแมมอญโบราณ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280160"/>
            <a:ext cx="2468880" cy="10515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337560" y="2450592"/>
            <a:ext cx="91440" cy="566928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3520440" y="243230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กาละแมมอญโบราณ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ตรารวงข้าว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42900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กวนด้วยแรงคนกว่า 8 ชั่วโมง ปรับสูตรลดความหวาน หลายรสชาติ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035040" y="1188720"/>
            <a:ext cx="2651760" cy="2697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19" name="Image 2" descr="กาละแมรวงข้าว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280160"/>
            <a:ext cx="2468880" cy="105156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126480" y="2450592"/>
            <a:ext cx="91440" cy="566928"/>
          </a:xfrm>
          <a:prstGeom prst="roundRect">
            <a:avLst>
              <a:gd name="adj" fmla="val 40000"/>
            </a:avLst>
          </a:prstGeom>
          <a:solidFill>
            <a:srgbClr val="8B3A1F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6309360" y="243230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กาละแมรวงข้าว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สอดไส้ดาร์กช็อกโกแลต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21792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สูตรใหม่จากโครงการ OTOP Premium ปี 2568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25455"/>
            </a:avLst>
          </a:prstGeom>
          <a:solidFill>
            <a:srgbClr val="E4F2E9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โจทย์ของเรา: ยกระดับสิ่งที่ชุมชนมีอยู่เดิม ผ่านสื่อดิจิทัล ร้านค้าออนไลน์ และบูธ — ไม่ใช่เปลี่ยนตัวตนสินค้า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323: โจทย์โครงการ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323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Thai Beverage Plc × มหาวิทยาลัยกรุงเทพ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เป้าหมาย: สร้างระบบนิเวศธุรกิจดิจิทัลให้กาละแมรวงข้าว — ผลงานที่ชุมชนนำไปใช้ต่อได้ทันที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2011680" cy="23317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159105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" y="159105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15 คะแนน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993392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SEO &amp; Website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สร้างหน้าเว็บบน Google Sites รองรับคีย์เวิร์ด “ของฝากปทุมธานี / กาละแมรวงข้าว” ปรับ On-page SEO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560320" y="1463040"/>
            <a:ext cx="2011680" cy="23317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70048" y="159105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670048" y="159105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 คะแนน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697480" y="1993392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Data Analytics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ติดตั้งและเชื่อมข้อมูล GA4 สร้างแดชบอร์ดสรุปผลด้วย Looker Studio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1463040"/>
            <a:ext cx="2011680" cy="23317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73168" y="159105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773168" y="159105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 คะแนน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800600" y="1993392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Content &amp; Media Plan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สื่อ VDO และภาพนิ่งจาก AI พร้อม Media Plan และ Content Pillar 3 เดือน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766560" y="1463040"/>
            <a:ext cx="2011680" cy="23317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76288" y="1591056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76288" y="159105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 คะแนน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903720" y="1993392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Pitching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นำเสนอแผนงานและสาธิตระบบให้ชุมชนและThai Beverage Plc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23333"/>
            </a:avLst>
          </a:prstGeom>
          <a:solidFill>
            <a:srgbClr val="E4F2E9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รวม 40 คะแนน (งานกลุ่ม) · ตัวอย่างหน้าตาผลงานดูในสไลด์ถัดไป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73152"/>
            <a:ext cx="4754880" cy="274320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73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ตัวอย่างผลงาน: เว็บไซต์ + Sitemap (SEO &amp; Website)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257800" y="73152"/>
            <a:ext cx="3538728" cy="274320"/>
          </a:xfrm>
          <a:prstGeom prst="roundRect">
            <a:avLst>
              <a:gd name="adj" fmla="val 50000"/>
            </a:avLst>
          </a:prstGeom>
          <a:solidFill>
            <a:srgbClr val="6B523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257800" y="7315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ภาพตัวอย่างแนวคิด จาก Project Brief · ไม่ใช่งานสุดท้าย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5448" y="384048"/>
            <a:ext cx="7077456" cy="4736592"/>
          </a:xfrm>
          <a:prstGeom prst="roundRect">
            <a:avLst>
              <a:gd name="adj" fmla="val 1158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7" name="Image 0" descr="ตัวอย่างผลงาน: เว็บไซต์ + Sitemap (SEO &amp; Websit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11480"/>
            <a:ext cx="7022592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88352" y="411480"/>
            <a:ext cx="1572768" cy="468172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498080" y="530352"/>
            <a:ext cx="1353312" cy="440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สิ่งที่ต้องสร้าง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เว็บไซต์ Google Sites (Public)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โครงสร้างเมนู / Sitemap ชัดเจน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ปรับ On-page SEO: Title, Meta, URL, Heading, Image Alt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คีย์เวิร์ด: ของฝากปทุมธานี / กาละแมรวงข้าว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323: สัดส่วนคะแนน (100)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323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Thai Beverage Plc × มหาวิทยาลัยกรุงเทพ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1207008" cy="64008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118872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15</a:t>
            </a:r>
            <a:endParaRPr lang="en-US" sz="2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ช่วง 1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691640" y="1188720"/>
            <a:ext cx="1207008" cy="64008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691640" y="118872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15</a:t>
            </a:r>
            <a:endParaRPr lang="en-US" sz="2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ช่วง 2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926080" y="1188720"/>
            <a:ext cx="2441448" cy="640080"/>
          </a:xfrm>
          <a:prstGeom prst="rect">
            <a:avLst/>
          </a:prstGeom>
          <a:solidFill>
            <a:srgbClr val="2F6F9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26080" y="118872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30</a:t>
            </a:r>
            <a:endParaRPr lang="en-US" sz="2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สอบ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394960" y="1188720"/>
            <a:ext cx="3264408" cy="640080"/>
          </a:xfrm>
          <a:prstGeom prst="rect">
            <a:avLst/>
          </a:prstGeom>
          <a:solidFill>
            <a:srgbClr val="1F8A5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94960" y="1188720"/>
            <a:ext cx="3264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40</a:t>
            </a:r>
            <a:endParaRPr lang="en-US" sz="20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Final Project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57200" y="201168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40080" y="2103120"/>
            <a:ext cx="3749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คะแนนเก็บ ช่วง 1–2 (รวม 30)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Workshop 1: Google Sites + SEO + GA4 (งานเดี่ยว)  3 คะแนน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GA4 Certification 2026 (ส่งภายใน 14 พ.ย. 2569 เวลา 23.59 น.)  5 คะแนน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663440" y="201168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846320" y="2103120"/>
            <a:ext cx="3749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Final Project 40 คะแนน (กลุ่ม)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SEO &amp; Website  15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Data Analytics (GA4 + Looker Studio)  5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Content &amp; Media Plan 3 เดือน (สื่อ AI)  10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Pitching  10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ส่งงานภายใน 14 พ.ย. 2569 ก่อน 23.59 น.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323: ไทม์ไลน์โครงการ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323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Thai Beverage Plc × มหาวิทยาลัยกรุงเทพ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1847088"/>
            <a:ext cx="7863840" cy="3657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11887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292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 ต.ค. 2569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51560" y="1719072"/>
            <a:ext cx="274320" cy="274320"/>
          </a:xfrm>
          <a:prstGeom prst="ellipse">
            <a:avLst/>
          </a:prstGeom>
          <a:solidFill>
            <a:srgbClr val="F08A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148840"/>
            <a:ext cx="1463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94360" y="21945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แจกโจทย์ Zoom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11.00–12.00 น.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148840" y="11887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14884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22 ต.ค. 2569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697480" y="1719072"/>
            <a:ext cx="274320" cy="274320"/>
          </a:xfrm>
          <a:prstGeom prst="ellipse">
            <a:avLst/>
          </a:prstGeom>
          <a:solidFill>
            <a:srgbClr val="1F8A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48840" y="2148840"/>
            <a:ext cx="1463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2240280" y="21945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ลงพื้นที่ชุมชน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08.40–11.00 น.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794760" y="11887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79476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14 พ.ย. 2569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343400" y="1719072"/>
            <a:ext cx="274320" cy="274320"/>
          </a:xfrm>
          <a:prstGeom prst="ellipse">
            <a:avLst/>
          </a:prstGeom>
          <a:solidFill>
            <a:srgbClr val="2F6F9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94760" y="2148840"/>
            <a:ext cx="1463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3886200" y="21945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ส่งงาน Final Project + GA4 Certification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ก่อน 23.59 น.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40680" y="11887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4068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17 พ.ย. 2569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989320" y="1719072"/>
            <a:ext cx="274320" cy="274320"/>
          </a:xfrm>
          <a:prstGeom prst="ellipse">
            <a:avLst/>
          </a:prstGeom>
          <a:solidFill>
            <a:srgbClr val="D9A4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0680" y="2148840"/>
            <a:ext cx="1463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5532120" y="21945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Final Pitching &amp; Decision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11.00–14.00 น. · Imagine Lounge (A3-201)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086600" y="11887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08A2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08660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19 พ.ย. 2569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635240" y="1719072"/>
            <a:ext cx="274320" cy="274320"/>
          </a:xfrm>
          <a:prstGeom prst="ellipse">
            <a:avLst/>
          </a:prstGeom>
          <a:solidFill>
            <a:srgbClr val="F08A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086600" y="2148840"/>
            <a:ext cx="1463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7178040" y="219456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Biz Week 2026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Diamond Hall (A3-501)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E4F2E9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640080" y="36576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5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วันสำคัญตรงกันทุกวิชา: </a:t>
            </a:r>
            <a:pPr indent="0" marL="0">
              <a:buNone/>
            </a:pPr>
            <a:r>
              <a:rPr lang="en-US" sz="12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ลงพื้นที่ชุมชน 22 ต.ค. 2569 และ Final Pitching &amp; Decision 17 พ.ย. 2569 เป็นวันเดียวกับ DMK 507 / LM 480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ส่งมอบอะไร ให้ใคร อย่างไร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329184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0" y="329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DMK 323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7A5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Academic Service &amp; Strategic Partner 1/2569  |  Thai Beverage Plc × มหาวิทยาลัยกรุงเทพ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" y="1234440"/>
            <a:ext cx="91440" cy="402336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114300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เว็บไซต์ Google Sites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11430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ตั้งค่า Public · ปรับ On-page SEO: Title, Meta, URL, Heading, Image Alt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1819656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1911096"/>
            <a:ext cx="91440" cy="402336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181965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GA4 + Looker Studio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181965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ติดตั้ง GA4 แล้ว และสร้างแดชบอร์ดสรุปผล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2496312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6928" y="2587752"/>
            <a:ext cx="91440" cy="402336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249631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สื่อจาก AI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474720" y="249631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วิดีโอและภาพนิ่ง พร้อม Media Plan และ Content Pillar 3 เดือน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3172968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6928" y="3264408"/>
            <a:ext cx="91440" cy="402336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2960" y="317296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Pitch + สาธิตระบบ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474720" y="317296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นำเสนอให้ชุมชนและThai Beverage Plc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7200" y="3849624"/>
            <a:ext cx="82296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66928" y="3941064"/>
            <a:ext cx="91440" cy="402336"/>
          </a:xfrm>
          <a:prstGeom prst="roundRect">
            <a:avLst>
              <a:gd name="adj" fmla="val 40000"/>
            </a:avLst>
          </a:prstGeom>
          <a:solidFill>
            <a:srgbClr val="1F8A5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22960" y="3849624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ส่งงานให้ถูกต้อง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474720" y="384962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ใส่รหัส นศ./อีเมลให้ครบ · เปิดลิงก์เป็น Public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3A1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ช่วงถาม-ตอบ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2A1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ติดต่อ: อ.คณาพจน์ วงษ์เฉลียง · MS Teams: khanaphot.w@bu.ac.th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977640"/>
            <a:ext cx="3840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</p:spPr>
      </p:sp>
      <p:pic>
        <p:nvPicPr>
          <p:cNvPr id="6" name="Image 0" descr="ThaiBev และ มหาวิทยาลัยกรุงเทพ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023360"/>
            <a:ext cx="361188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72784" y="603504"/>
            <a:ext cx="2450592" cy="3822192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9525">
            <a:solidFill>
              <a:srgbClr val="EBDDBF"/>
            </a:solidFill>
            <a:prstDash val="solid"/>
          </a:ln>
          <a:effectLst>
            <a:outerShdw sx="100000" sy="100000" kx="0" ky="0" algn="bl" rotWithShape="0" blurRad="76200" dist="25400" dir="5400000">
              <a:srgbClr val="B9A271">
                <a:alpha val="28000"/>
              </a:srgbClr>
            </a:outerShdw>
          </a:effectLst>
        </p:spPr>
      </p:sp>
      <p:pic>
        <p:nvPicPr>
          <p:cNvPr id="8" name="Image 1" descr="สมาชิกชุมชนในทุ่งนา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640080"/>
            <a:ext cx="2377440" cy="3749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ชี้แจงโจทย์ DMK 323</dc:title>
  <dc:subject>PptxGenJS Presentation</dc:subject>
  <dc:creator>PptxGenJS</dc:creator>
  <cp:lastModifiedBy>PptxGenJS</cp:lastModifiedBy>
  <cp:revision>1</cp:revision>
  <dcterms:created xsi:type="dcterms:W3CDTF">2026-10-08T06:24:40Z</dcterms:created>
  <dcterms:modified xsi:type="dcterms:W3CDTF">2026-10-08T06:24:40Z</dcterms:modified>
</cp:coreProperties>
</file>