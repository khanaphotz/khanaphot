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เปิดพิธีมอบโจทย์ ร่วมกับ ไทยเบฟ และคณะบริหารธุรกิจ ม.กรุงเทพ ภาพทั้งหมดเป็นภาพจริงที่ชุมชนส่งมา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 11.10–11.45 น. แบ่งเป็น ประธานชุมชน ~15 นาที และ ไทยเบฟ ~20 นาที (ปรับได้)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ประธานชุมชนเล่าที่มาของกลุ่ม ข้อความสีส้มในวงเล็บเหลี่ยมเป็นช่องให้เติมข้อมูลจริง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คุณอดิศักดิ์ กล่าวเกี่ยวกับชุมชนและบทบาทไทยเบฟ ข้อความในวงเล็บเหลี่ยมเป็นช่องให้เติมข้อมูลจริง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ภาพทั้งหมดในหน้านี้เป็นภาพตัวอย่างแนวคิด ใช้เป็นแรงบันดาลใจ ไม่ใช่ผลงานสุดท้ายของนักศึกษา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วันตัดสินตาม proposal และโน้ตลายมือคือ 17 พ.ย. 69 แต่บันทึกประชุม 23 ก.ย. เคยระบุเสาร์ 14 พ.ย. ควรยืนยันอีกครั้ง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3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38404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508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พิธีมอบโจทย์ธุรกิจ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 Academic Service &amp; Strategic Partner 1/2569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การพัฒนาศักยภาพธุรกิจชุมชน กลุ่มวิสาหกิจชุมชนรวงข้าว (กาละแมรวงข้าว)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749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ศุกร์ที่ 9 ตุลาคม 2569  ·  11.00–12.00 น.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0" y="37490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703320" y="3749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Zoom Meeting</a:t>
            </a:r>
            <a:endParaRPr lang="en-US" sz="1100" dirty="0"/>
          </a:p>
        </p:txBody>
      </p:sp>
      <p:pic>
        <p:nvPicPr>
          <p:cNvPr id="11" name="Image 1" descr="กาละแมรวงข้าวบรรจุเรียงในถา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57200"/>
            <a:ext cx="3794760" cy="2286000"/>
          </a:xfrm>
          <a:prstGeom prst="rect">
            <a:avLst/>
          </a:prstGeom>
        </p:spPr>
      </p:pic>
      <p:pic>
        <p:nvPicPr>
          <p:cNvPr id="12" name="Image 2" descr="ประธานกลุ่มวิสาหกิจชุมชนรวงข้าวถือผลิตภัณฑ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80360"/>
            <a:ext cx="1828800" cy="1828800"/>
          </a:xfrm>
          <a:prstGeom prst="rect">
            <a:avLst/>
          </a:prstGeom>
        </p:spPr>
      </p:pic>
      <p:pic>
        <p:nvPicPr>
          <p:cNvPr id="13" name="Image 3" descr="กล่องกาละแมรวงข้าว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8803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กำหนดการพิธีมอบโจทย์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10.45–11.00 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94560" y="1188720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377440" y="1188720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เปิดห้อง Zoom / นักศึกษาลงทะเบียน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73936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7739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11.00–11.05 น.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94560" y="1773936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77440" y="1773936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กล่าวเปิดพิธีโดยรองคณบดี คณะบริหารธุรกิจ และแนะนำวิทยากร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359152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23591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11.05–11.10 น.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94560" y="2359152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377440" y="235915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ถ่ายภาพหมู่ร่วมกัน (Screen Capture) — ขอความร่วมมือ นศ. แต่งกายสุภาพ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944368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57200" y="294436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11.10–11.25 น.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2944368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377440" y="294436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1  ประธานกลุ่มวิสาหกิจชุมชนรวงข้าว: ที่มาของชุมชน · สินค้าและจุดเด่น · ความต้องการของชุมชน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529584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7200" y="352958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11.25–11.45 น.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194560" y="3529584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377440" y="3529584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2  ไทยเบฟ (คุณอดิศักดิ์ เทพอาสน์): กิจกรรมร่วมกับ EISA · โจทย์ 3 ด้าน · แผนงานโครงการ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114800"/>
            <a:ext cx="1600200" cy="49377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41148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11.45–12.00 น.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194560" y="4114800"/>
            <a:ext cx="64922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377440" y="4114800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ช่วงตอบคำถามและปิดกิจกรรม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ที่มาของกลุ่มวิสาหกิจชุมชนรวงข้าว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1 · ประธานชุมชน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pic>
        <p:nvPicPr>
          <p:cNvPr id="8" name="Image 0" descr="คุณสมหมาย นิลศรีนวล 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31920" cy="2377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70332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370332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1F8A5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3703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คุณสมหมาย นิลศรีนวล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ประธานกลุ่มวิสาหกิจชุมชนรวงข้าว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572000" y="1188720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754880" y="1298448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ที่ตั้ง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หมู่ที่ 7 ตำบลคูบางหลวง อำเภอลาดหลุมแก้ว จังหวัดปทุมธานี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จุดเริ่มต้นของกลุ่ม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ปีที่ก่อตั้ง / เรื่องราวการรวมกลุ่ม]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สมาชิกและบทบาท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จำนวนสมาชิก / ใครทำอะไรในกลุ่ม]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สิ่งที่อยากให้นักศึกษารู้จักชุมชน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ความภูมิใจ / วิถีชุมชน]</a:t>
            </a:r>
            <a:endParaRPr lang="en-US" sz="1300" dirty="0"/>
          </a:p>
        </p:txBody>
      </p:sp>
      <p:pic>
        <p:nvPicPr>
          <p:cNvPr id="14" name="Image 1" descr="สมาชิกชุมชนกำลังเตรียมกาละแม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83280"/>
            <a:ext cx="2011680" cy="1143000"/>
          </a:xfrm>
          <a:prstGeom prst="rect">
            <a:avLst/>
          </a:prstGeom>
        </p:spPr>
      </p:pic>
      <p:pic>
        <p:nvPicPr>
          <p:cNvPr id="15" name="Image 2" descr="การกวนกาละแมในกระทะใบใหญ่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383280"/>
            <a:ext cx="201168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สินค้าและจุดเด่น: กาละแมรวงข้าว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1 · ประธานชุมชน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pic>
        <p:nvPicPr>
          <p:cNvPr id="7" name="Image 0" descr="กาละแมรวงข้าวบรรจุเรียงในถา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31920" cy="2011680"/>
          </a:xfrm>
          <a:prstGeom prst="rect">
            <a:avLst/>
          </a:prstGeom>
        </p:spPr>
      </p:pic>
      <p:pic>
        <p:nvPicPr>
          <p:cNvPr id="8" name="Image 1" descr="กล่องกาละแมรวงข้า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1920240" cy="1188720"/>
          </a:xfrm>
          <a:prstGeom prst="rect">
            <a:avLst/>
          </a:prstGeom>
        </p:spPr>
      </p:pic>
      <p:pic>
        <p:nvPicPr>
          <p:cNvPr id="9" name="Image 2" descr="กล่องของฝากกาละแม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3337560"/>
            <a:ext cx="1920240" cy="1188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4754880" y="12801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สินค้าหลัก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กาละแมรวงข้าว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ช่องทางจำหน่ายปัจจุบัน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ขายผ่าน TikTok อยู่แล้ว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จุดเด่นของสินค้า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วัตถุดิบ / กรรมวิธี / รสชาติ / ราคา]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0" y="2990088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709160" y="2990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โครงการนี้เน้น “ยกระดับสิ่งที่ชุมชนมีอยู่เดิม” ให้มีประสิทธิภาพยิ่งขึ้น</a:t>
            </a:r>
            <a:endParaRPr lang="en-US" sz="1150" dirty="0"/>
          </a:p>
        </p:txBody>
      </p:sp>
      <p:pic>
        <p:nvPicPr>
          <p:cNvPr id="14" name="Image 3" descr="ป้าย Thailand Best Local Food กาละแมรวงข้าว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566160"/>
            <a:ext cx="2011680" cy="1005840"/>
          </a:xfrm>
          <a:prstGeom prst="rect">
            <a:avLst/>
          </a:prstGeom>
        </p:spPr>
      </p:pic>
      <p:pic>
        <p:nvPicPr>
          <p:cNvPr id="15" name="Image 4" descr="ใบรับรอง OTOP กาละแมรวงข้าว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566160"/>
            <a:ext cx="2011680" cy="100584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645152" y="4297680"/>
            <a:ext cx="1508760" cy="21945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4645152" y="42976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Thailand Best Local Food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6748272" y="4297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748272" y="42976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OTOP 4 ดาว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ความต้องการของชุมชน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1 · ประธานชุมชน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8" name="Image 0" descr="ภาพกาละแมรวงข้า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468880" cy="1325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761488"/>
            <a:ext cx="502920" cy="502920"/>
          </a:xfrm>
          <a:prstGeom prst="ellipse">
            <a:avLst/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คลิปภาพสินค้า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วิดีโอและภาพสินค้า เพื่อประชาสัมพันธ์และเพิ่มยอดจำหน่าย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4" name="Image 1" descr="กล่องบรรจุภัณฑ์ปัจจุบั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80160"/>
            <a:ext cx="2468880" cy="1325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4720" y="2761488"/>
            <a:ext cx="502920" cy="502920"/>
          </a:xfrm>
          <a:prstGeom prst="ellipse">
            <a:avLst/>
          </a:prstGeom>
          <a:solidFill>
            <a:srgbClr val="1F8A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47472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096512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 Packaging + ต้นทุน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บรรจุภัณฑ์ที่เหมาะกับสินค้า การขนส่ง และควบคุมต้นทุนได้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2648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20" name="Image 2" descr="บูธจำหน่ายสินค้าของชุมชน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2468880" cy="1325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09360" y="2761488"/>
            <a:ext cx="502920" cy="502920"/>
          </a:xfrm>
          <a:prstGeom prst="ellipse">
            <a:avLst/>
          </a:prstGeom>
          <a:solidFill>
            <a:srgbClr val="8B3A1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30936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2.3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931152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Website + Booth ขายสินค้า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ช่องทางขายออนไลน์ และบูธแสดง/จำหน่ายสินค้า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ไทยเบฟกับการสร้างคุณค่าร่วมกับชุมชน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2 · ไทยเบฟ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8B3A1F"/>
          </a:solidFill>
          <a:ln/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3716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D9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ผู้พูด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คุณอดิศักดิ์ เทพอาสน์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ประธานโครงการบรรเทาสาธารณภัยและจิตอาสา บริษัท ไทยเบฟเวอเรจ จำกัด (มหาชน)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D9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ทีมไทยเบฟ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คุณกุลธิดา เชื้อเทศ — ผู้จัดการโครงการศึกษา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คุณอรนุช ณ นคร — เจ้าหน้าที่ชำนาญการอาวุโสปฏิบัติการภาคสนาม-การศึกษา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657600"/>
            <a:ext cx="3474720" cy="1371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D9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รูปแบบโครงการ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Challenge-based Learning: University – Student – Community – Strategic Partner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18872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754880" y="1298448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กิจกรรมที่ดำเนินการร่วมกับชุมชน (EISA)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กิจกรรม/ผลลัพธ์ที่ผ่านมา]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บทบาทของไทยเบฟในโครงการนี้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มอบโจทย์จริงให้นักศึกษา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ร่วมบ่มเพาะและประเมินผลงาน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ออกบูธร่วมงาน Biz Week 2026</a:t>
            </a:r>
            <a:endParaRPr lang="en-US" sz="1300" dirty="0"/>
          </a:p>
        </p:txBody>
      </p:sp>
      <p:pic>
        <p:nvPicPr>
          <p:cNvPr id="14" name="Image 0" descr="ทีมคณะบริหารธุรกิจลงพื้นที่ชุมชน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37560"/>
            <a:ext cx="2011680" cy="1188720"/>
          </a:xfrm>
          <a:prstGeom prst="rect">
            <a:avLst/>
          </a:prstGeom>
        </p:spPr>
      </p:pic>
      <p:pic>
        <p:nvPicPr>
          <p:cNvPr id="15" name="Image 1" descr="ภาพกิจกรรมที่คณะบริหารธุรกิจ มหาวิทยาลัยกรุงเทพ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337560"/>
            <a:ext cx="2011680" cy="11887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45152" y="4224528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645152" y="4224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ทีมคณะฯ ลงพื้นที่ชุมชน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748272" y="4224528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48272" y="42245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กิจกรรมที่คณะบริหารธุรกิจ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 3 ด้านที่มอบให้นักศึกษา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2 · ไทยเบฟ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8" name="Image 0" descr="Logistics &amp; Supply Ch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468880" cy="1051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468880"/>
            <a:ext cx="91440" cy="502920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Logistics &amp; Supply Chain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 · อ.สันต์ ปิ่นแก้ว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วิเคราะห์และออกแบบ Packaging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เปรียบเทียบต้นทุน (Cost Comparison)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Prototype / Mock-up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3" name="Image 1" descr="Digital Marke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80160"/>
            <a:ext cx="2468880" cy="10515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83280" y="2468880"/>
            <a:ext cx="91440" cy="502920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56616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ทีม · อ.คณาพจน์ วงษ์เฉลียง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+ SEO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Dashboard วิเคราะห์ข้อมูล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กราฟิกร้านค้าออนไลน์ + Pop-up Booth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8" name="Image 2" descr="Management / Busin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2468880" cy="10515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17920" y="2468880"/>
            <a:ext cx="91440" cy="502920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40080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Management / Business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 · ดร.เพ็ญจิรา คันธวงศ์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วิเคราะห์ตลาด/ลูกค้าจาก Social Media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Customer Insight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วิดีโอประชาสัมพันธ์สินค้า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ตัวอย่างแนวคิดสื่อดิจิทัลสำหรับชุมชน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2 · ไทยเบฟ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ภาพตัวอย่างแนวคิด ใช้เป็นแรงบันดาลใจให้นักศึกษา ไม่ใช่ผลงานสุดท้าย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" y="1243584"/>
            <a:ext cx="405079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10" name="Image 0" descr="เว็บไซต์ + S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977640" cy="1554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3716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+ SEO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72584" y="1243584"/>
            <a:ext cx="405079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14" name="Image 1" descr="Pop-up Boo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80160"/>
            <a:ext cx="3977640" cy="1554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800600" y="1371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0060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Pop-up Booth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20624" y="2935224"/>
            <a:ext cx="405079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18" name="Image 2" descr="ภาพสินค้า 1:1 และ 3: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3977640" cy="15544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48640" y="306324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4864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ภาพสินค้า 1:1 และ 3:4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72584" y="2935224"/>
            <a:ext cx="405079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22" name="Image 3" descr="Dashboard วิเคราะห์ข้อมูล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971800"/>
            <a:ext cx="3977640" cy="155448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800600" y="3063240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800600" y="3063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Dashboard วิเคราะห์ข้อมูล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เส้นทางโครงการหลังพิธีมอบโจทย์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32918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3291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 2 · ไทยเบฟ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7863840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ศ. 9 ต.ค. 69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07592" y="1920240"/>
            <a:ext cx="274320" cy="274320"/>
          </a:xfrm>
          <a:prstGeom prst="ellipse">
            <a:avLst/>
          </a:prstGeom>
          <a:solidFill>
            <a:srgbClr val="F08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231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54203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มอบโจทย์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11.00–12.00 น.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Zoom Meeting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13716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9748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พฤ. 22 ต.ค. 69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56432" y="1920240"/>
            <a:ext cx="274320" cy="274320"/>
          </a:xfrm>
          <a:prstGeom prst="ellipse">
            <a:avLst/>
          </a:prstGeom>
          <a:solidFill>
            <a:srgbClr val="1F8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24231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788920" y="254203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ลงพื้นที่ชุมชน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08.40–11.00 น.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นศ. ลงเยี่ยมชมและเก็บข้อมูล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อ. 17 พ.ย. 69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05272" y="1920240"/>
            <a:ext cx="274320" cy="274320"/>
          </a:xfrm>
          <a:prstGeom prst="ellipse">
            <a:avLst/>
          </a:prstGeom>
          <a:solidFill>
            <a:srgbClr val="8B3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4231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937760" y="254203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พิธีตัดสิน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11.00–14.00 น.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มหาวิทยาลัยกรุงเทพ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95160" y="13716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พฤ. 19 พ.ย. 69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54112" y="1920240"/>
            <a:ext cx="274320" cy="274320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4231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086600" y="2542032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Biz Week 2026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10.00–15.00 น.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แสดงและจำหน่ายสินค้า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023360"/>
            <a:ext cx="8183880" cy="502920"/>
          </a:xfrm>
          <a:prstGeom prst="roundRect">
            <a:avLst>
              <a:gd name="adj" fmla="val 25455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คัดเลือกผลงานนักศึกษา 10 ทีม (Digital Marketing 4 · Management 3 · Logistics 3) ไปจัดแสดงเป็น Showcase ที่ Biz Week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ช่วงตอบคำถาม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11.45–12.00 น.  ·  ขอบคุณครับ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Growing for a Better Tomorrow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7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61188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2784" y="603504"/>
            <a:ext cx="2450592" cy="38221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1" descr="สมาชิกชุมชนในทุ่งน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237744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พิธีมอบโจทย์ธุรกิจ กาละแมรวงข้าว</dc:title>
  <dc:subject>PptxGenJS Presentation</dc:subject>
  <dc:creator>PptxGenJS</dc:creator>
  <cp:lastModifiedBy>PptxGenJS</cp:lastModifiedBy>
  <cp:revision>1</cp:revision>
  <dcterms:created xsi:type="dcterms:W3CDTF">2026-10-06T07:32:41Z</dcterms:created>
  <dcterms:modified xsi:type="dcterms:W3CDTF">2026-10-06T07:32:41Z</dcterms:modified>
</cp:coreProperties>
</file>